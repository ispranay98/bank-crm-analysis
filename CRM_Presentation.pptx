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BD0275-7D19-47B7-812F-599F4967726B}" v="25" dt="2025-11-03T07:04:20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Y SANYAL" userId="d8c9ef97f6d42b05" providerId="LiveId" clId="{B0975410-A50E-47C6-BE72-73AB67242831}"/>
    <pc:docChg chg="undo custSel modSld">
      <pc:chgData name="PRANAY SANYAL" userId="d8c9ef97f6d42b05" providerId="LiveId" clId="{B0975410-A50E-47C6-BE72-73AB67242831}" dt="2025-11-03T07:05:07.064" v="454" actId="1076"/>
      <pc:docMkLst>
        <pc:docMk/>
      </pc:docMkLst>
      <pc:sldChg chg="addSp delSp modSp mod">
        <pc:chgData name="PRANAY SANYAL" userId="d8c9ef97f6d42b05" providerId="LiveId" clId="{B0975410-A50E-47C6-BE72-73AB67242831}" dt="2025-11-03T07:05:07.064" v="454" actId="1076"/>
        <pc:sldMkLst>
          <pc:docMk/>
          <pc:sldMk cId="1618589535" sldId="256"/>
        </pc:sldMkLst>
        <pc:spChg chg="add mod">
          <ac:chgData name="PRANAY SANYAL" userId="d8c9ef97f6d42b05" providerId="LiveId" clId="{B0975410-A50E-47C6-BE72-73AB67242831}" dt="2025-11-03T06:56:14.453" v="358" actId="931"/>
          <ac:spMkLst>
            <pc:docMk/>
            <pc:sldMk cId="1618589535" sldId="256"/>
            <ac:spMk id="4" creationId="{0564123E-A85C-844C-56ED-E6D253258F5C}"/>
          </ac:spMkLst>
        </pc:spChg>
        <pc:spChg chg="mod">
          <ac:chgData name="PRANAY SANYAL" userId="d8c9ef97f6d42b05" providerId="LiveId" clId="{B0975410-A50E-47C6-BE72-73AB67242831}" dt="2025-11-03T06:48:47.864" v="340" actId="20577"/>
          <ac:spMkLst>
            <pc:docMk/>
            <pc:sldMk cId="1618589535" sldId="256"/>
            <ac:spMk id="7" creationId="{CA317380-ED10-D630-A41D-82DC821BC9B9}"/>
          </ac:spMkLst>
        </pc:spChg>
        <pc:spChg chg="mod">
          <ac:chgData name="PRANAY SANYAL" userId="d8c9ef97f6d42b05" providerId="LiveId" clId="{B0975410-A50E-47C6-BE72-73AB67242831}" dt="2025-11-03T07:02:35.017" v="420" actId="1076"/>
          <ac:spMkLst>
            <pc:docMk/>
            <pc:sldMk cId="1618589535" sldId="256"/>
            <ac:spMk id="8" creationId="{EC4A48F6-D023-12F3-B2E3-A0BDCE10C257}"/>
          </ac:spMkLst>
        </pc:spChg>
        <pc:spChg chg="mod">
          <ac:chgData name="PRANAY SANYAL" userId="d8c9ef97f6d42b05" providerId="LiveId" clId="{B0975410-A50E-47C6-BE72-73AB67242831}" dt="2025-11-03T07:01:12.929" v="402" actId="1076"/>
          <ac:spMkLst>
            <pc:docMk/>
            <pc:sldMk cId="1618589535" sldId="256"/>
            <ac:spMk id="9" creationId="{22D92BE6-AA48-4170-8C1A-469D4B28D122}"/>
          </ac:spMkLst>
        </pc:spChg>
        <pc:spChg chg="add del">
          <ac:chgData name="PRANAY SANYAL" userId="d8c9ef97f6d42b05" providerId="LiveId" clId="{B0975410-A50E-47C6-BE72-73AB67242831}" dt="2025-11-03T06:59:50.724" v="377" actId="478"/>
          <ac:spMkLst>
            <pc:docMk/>
            <pc:sldMk cId="1618589535" sldId="256"/>
            <ac:spMk id="10" creationId="{EB0276BE-FB7D-D879-F71F-4FBCD3CDF2B6}"/>
          </ac:spMkLst>
        </pc:spChg>
        <pc:spChg chg="add del mod">
          <ac:chgData name="PRANAY SANYAL" userId="d8c9ef97f6d42b05" providerId="LiveId" clId="{B0975410-A50E-47C6-BE72-73AB67242831}" dt="2025-11-03T07:00:39.916" v="394" actId="478"/>
          <ac:spMkLst>
            <pc:docMk/>
            <pc:sldMk cId="1618589535" sldId="256"/>
            <ac:spMk id="13" creationId="{175D9499-5020-A650-2A42-90B25DA88289}"/>
          </ac:spMkLst>
        </pc:spChg>
        <pc:spChg chg="add del mod">
          <ac:chgData name="PRANAY SANYAL" userId="d8c9ef97f6d42b05" providerId="LiveId" clId="{B0975410-A50E-47C6-BE72-73AB67242831}" dt="2025-11-03T07:02:22.414" v="415"/>
          <ac:spMkLst>
            <pc:docMk/>
            <pc:sldMk cId="1618589535" sldId="256"/>
            <ac:spMk id="16" creationId="{7ED01D61-A9B3-517F-0277-CC0F3DE799FA}"/>
          </ac:spMkLst>
        </pc:spChg>
        <pc:picChg chg="add mod">
          <ac:chgData name="PRANAY SANYAL" userId="d8c9ef97f6d42b05" providerId="LiveId" clId="{B0975410-A50E-47C6-BE72-73AB67242831}" dt="2025-11-03T06:56:14.453" v="358" actId="931"/>
          <ac:picMkLst>
            <pc:docMk/>
            <pc:sldMk cId="1618589535" sldId="256"/>
            <ac:picMk id="3" creationId="{8A2DFECE-00F1-27D6-C426-FCFAAD0AAFDB}"/>
          </ac:picMkLst>
        </pc:picChg>
        <pc:picChg chg="mod">
          <ac:chgData name="PRANAY SANYAL" userId="d8c9ef97f6d42b05" providerId="LiveId" clId="{B0975410-A50E-47C6-BE72-73AB67242831}" dt="2025-11-03T07:05:07.064" v="454" actId="1076"/>
          <ac:picMkLst>
            <pc:docMk/>
            <pc:sldMk cId="1618589535" sldId="256"/>
            <ac:picMk id="5" creationId="{C5A0C995-C8A9-7E5C-952C-D80C2F0A8A50}"/>
          </ac:picMkLst>
        </pc:picChg>
        <pc:picChg chg="add del">
          <ac:chgData name="PRANAY SANYAL" userId="d8c9ef97f6d42b05" providerId="LiveId" clId="{B0975410-A50E-47C6-BE72-73AB67242831}" dt="2025-11-03T06:59:50.724" v="377" actId="478"/>
          <ac:picMkLst>
            <pc:docMk/>
            <pc:sldMk cId="1618589535" sldId="256"/>
            <ac:picMk id="6" creationId="{ABABFAB9-9B80-AAED-51C8-DB53128003B0}"/>
          </ac:picMkLst>
        </pc:picChg>
        <pc:picChg chg="add del mod">
          <ac:chgData name="PRANAY SANYAL" userId="d8c9ef97f6d42b05" providerId="LiveId" clId="{B0975410-A50E-47C6-BE72-73AB67242831}" dt="2025-11-03T07:00:39.916" v="394" actId="478"/>
          <ac:picMkLst>
            <pc:docMk/>
            <pc:sldMk cId="1618589535" sldId="256"/>
            <ac:picMk id="12" creationId="{3B9560E6-6D13-0E31-13BD-C5B0FC342259}"/>
          </ac:picMkLst>
        </pc:picChg>
        <pc:picChg chg="add mod">
          <ac:chgData name="PRANAY SANYAL" userId="d8c9ef97f6d42b05" providerId="LiveId" clId="{B0975410-A50E-47C6-BE72-73AB67242831}" dt="2025-11-03T07:04:55.329" v="452" actId="1076"/>
          <ac:picMkLst>
            <pc:docMk/>
            <pc:sldMk cId="1618589535" sldId="256"/>
            <ac:picMk id="15" creationId="{404129E0-503A-0FDC-4D7E-009D59084D2D}"/>
          </ac:picMkLst>
        </pc:picChg>
      </pc:sldChg>
      <pc:sldChg chg="modSp mod">
        <pc:chgData name="PRANAY SANYAL" userId="d8c9ef97f6d42b05" providerId="LiveId" clId="{B0975410-A50E-47C6-BE72-73AB67242831}" dt="2025-11-03T06:39:11.855" v="186" actId="1076"/>
        <pc:sldMkLst>
          <pc:docMk/>
          <pc:sldMk cId="240292461" sldId="258"/>
        </pc:sldMkLst>
        <pc:picChg chg="mod">
          <ac:chgData name="PRANAY SANYAL" userId="d8c9ef97f6d42b05" providerId="LiveId" clId="{B0975410-A50E-47C6-BE72-73AB67242831}" dt="2025-11-03T06:39:11.855" v="186" actId="1076"/>
          <ac:picMkLst>
            <pc:docMk/>
            <pc:sldMk cId="240292461" sldId="258"/>
            <ac:picMk id="8" creationId="{EB53D72B-3B2F-0ED7-451B-F427B8210145}"/>
          </ac:picMkLst>
        </pc:picChg>
      </pc:sldChg>
      <pc:sldChg chg="addSp delSp modSp mod">
        <pc:chgData name="PRANAY SANYAL" userId="d8c9ef97f6d42b05" providerId="LiveId" clId="{B0975410-A50E-47C6-BE72-73AB67242831}" dt="2025-11-03T06:41:08.752" v="196" actId="14100"/>
        <pc:sldMkLst>
          <pc:docMk/>
          <pc:sldMk cId="2595598087" sldId="259"/>
        </pc:sldMkLst>
        <pc:picChg chg="add mod">
          <ac:chgData name="PRANAY SANYAL" userId="d8c9ef97f6d42b05" providerId="LiveId" clId="{B0975410-A50E-47C6-BE72-73AB67242831}" dt="2025-11-03T06:41:08.752" v="196" actId="14100"/>
          <ac:picMkLst>
            <pc:docMk/>
            <pc:sldMk cId="2595598087" sldId="259"/>
            <ac:picMk id="3" creationId="{AAF1C4DF-5CC1-DE22-443C-0ABEA80B0E91}"/>
          </ac:picMkLst>
        </pc:picChg>
        <pc:picChg chg="del">
          <ac:chgData name="PRANAY SANYAL" userId="d8c9ef97f6d42b05" providerId="LiveId" clId="{B0975410-A50E-47C6-BE72-73AB67242831}" dt="2025-11-03T06:40:47.163" v="189" actId="478"/>
          <ac:picMkLst>
            <pc:docMk/>
            <pc:sldMk cId="2595598087" sldId="259"/>
            <ac:picMk id="11" creationId="{37AB3D71-02AC-0CE6-DE50-B514233F0489}"/>
          </ac:picMkLst>
        </pc:picChg>
      </pc:sldChg>
      <pc:sldChg chg="addSp delSp modSp mod">
        <pc:chgData name="PRANAY SANYAL" userId="d8c9ef97f6d42b05" providerId="LiveId" clId="{B0975410-A50E-47C6-BE72-73AB67242831}" dt="2025-11-03T06:46:18.822" v="323"/>
        <pc:sldMkLst>
          <pc:docMk/>
          <pc:sldMk cId="3813443885" sldId="260"/>
        </pc:sldMkLst>
        <pc:spChg chg="add del mod">
          <ac:chgData name="PRANAY SANYAL" userId="d8c9ef97f6d42b05" providerId="LiveId" clId="{B0975410-A50E-47C6-BE72-73AB67242831}" dt="2025-11-03T06:46:18.822" v="323"/>
          <ac:spMkLst>
            <pc:docMk/>
            <pc:sldMk cId="3813443885" sldId="260"/>
            <ac:spMk id="7" creationId="{A4CFB842-78A5-0FB2-7749-2AE3CB145AB2}"/>
          </ac:spMkLst>
        </pc:spChg>
        <pc:picChg chg="add mod">
          <ac:chgData name="PRANAY SANYAL" userId="d8c9ef97f6d42b05" providerId="LiveId" clId="{B0975410-A50E-47C6-BE72-73AB67242831}" dt="2025-11-03T06:46:17.759" v="321" actId="1076"/>
          <ac:picMkLst>
            <pc:docMk/>
            <pc:sldMk cId="3813443885" sldId="260"/>
            <ac:picMk id="3" creationId="{1AD393FB-7AE2-F0BD-D6B2-9C93818D63CE}"/>
          </ac:picMkLst>
        </pc:picChg>
        <pc:picChg chg="del mod">
          <ac:chgData name="PRANAY SANYAL" userId="d8c9ef97f6d42b05" providerId="LiveId" clId="{B0975410-A50E-47C6-BE72-73AB67242831}" dt="2025-11-03T06:45:43.990" v="254" actId="478"/>
          <ac:picMkLst>
            <pc:docMk/>
            <pc:sldMk cId="3813443885" sldId="260"/>
            <ac:picMk id="8" creationId="{2A268163-0610-FDF8-7BF9-30E653B0FA2A}"/>
          </ac:picMkLst>
        </pc:picChg>
      </pc:sldChg>
      <pc:sldChg chg="addSp delSp modSp mod">
        <pc:chgData name="PRANAY SANYAL" userId="d8c9ef97f6d42b05" providerId="LiveId" clId="{B0975410-A50E-47C6-BE72-73AB67242831}" dt="2025-11-03T06:54:04.712" v="353" actId="14100"/>
        <pc:sldMkLst>
          <pc:docMk/>
          <pc:sldMk cId="2251094939" sldId="261"/>
        </pc:sldMkLst>
        <pc:picChg chg="add mod">
          <ac:chgData name="PRANAY SANYAL" userId="d8c9ef97f6d42b05" providerId="LiveId" clId="{B0975410-A50E-47C6-BE72-73AB67242831}" dt="2025-11-03T06:54:04.712" v="353" actId="14100"/>
          <ac:picMkLst>
            <pc:docMk/>
            <pc:sldMk cId="2251094939" sldId="261"/>
            <ac:picMk id="2" creationId="{A1618AB7-FD16-BF7E-356E-5D24EA377856}"/>
          </ac:picMkLst>
        </pc:picChg>
        <pc:picChg chg="del">
          <ac:chgData name="PRANAY SANYAL" userId="d8c9ef97f6d42b05" providerId="LiveId" clId="{B0975410-A50E-47C6-BE72-73AB67242831}" dt="2025-11-03T06:49:45.889" v="342" actId="478"/>
          <ac:picMkLst>
            <pc:docMk/>
            <pc:sldMk cId="2251094939" sldId="261"/>
            <ac:picMk id="7" creationId="{19803737-39C5-7C3B-E334-E65C632D34EE}"/>
          </ac:picMkLst>
        </pc:picChg>
      </pc:sldChg>
      <pc:sldChg chg="addSp delSp modSp mod">
        <pc:chgData name="PRANAY SANYAL" userId="d8c9ef97f6d42b05" providerId="LiveId" clId="{B0975410-A50E-47C6-BE72-73AB67242831}" dt="2025-11-03T06:38:07.576" v="185" actId="1076"/>
        <pc:sldMkLst>
          <pc:docMk/>
          <pc:sldMk cId="1134857798" sldId="262"/>
        </pc:sldMkLst>
        <pc:spChg chg="add del mod">
          <ac:chgData name="PRANAY SANYAL" userId="d8c9ef97f6d42b05" providerId="LiveId" clId="{B0975410-A50E-47C6-BE72-73AB67242831}" dt="2025-11-03T06:37:59.929" v="181" actId="478"/>
          <ac:spMkLst>
            <pc:docMk/>
            <pc:sldMk cId="1134857798" sldId="262"/>
            <ac:spMk id="9" creationId="{12C38534-6197-41BD-0A1F-6F24FC7010C2}"/>
          </ac:spMkLst>
        </pc:spChg>
        <pc:spChg chg="add mod">
          <ac:chgData name="PRANAY SANYAL" userId="d8c9ef97f6d42b05" providerId="LiveId" clId="{B0975410-A50E-47C6-BE72-73AB67242831}" dt="2025-11-03T06:37:56.618" v="180" actId="931"/>
          <ac:spMkLst>
            <pc:docMk/>
            <pc:sldMk cId="1134857798" sldId="262"/>
            <ac:spMk id="12" creationId="{72049800-7DB0-C4E7-E509-E6E4C2E53697}"/>
          </ac:spMkLst>
        </pc:spChg>
        <pc:picChg chg="add del mod">
          <ac:chgData name="PRANAY SANYAL" userId="d8c9ef97f6d42b05" providerId="LiveId" clId="{B0975410-A50E-47C6-BE72-73AB67242831}" dt="2025-11-03T06:36:50.291" v="173" actId="478"/>
          <ac:picMkLst>
            <pc:docMk/>
            <pc:sldMk cId="1134857798" sldId="262"/>
            <ac:picMk id="3" creationId="{5599E09B-C9EF-512F-951F-8320C7BDB848}"/>
          </ac:picMkLst>
        </pc:picChg>
        <pc:picChg chg="del">
          <ac:chgData name="PRANAY SANYAL" userId="d8c9ef97f6d42b05" providerId="LiveId" clId="{B0975410-A50E-47C6-BE72-73AB67242831}" dt="2025-11-03T06:36:04.807" v="167" actId="478"/>
          <ac:picMkLst>
            <pc:docMk/>
            <pc:sldMk cId="1134857798" sldId="262"/>
            <ac:picMk id="6" creationId="{133E5C70-691B-B001-949C-9C53CA42C8BF}"/>
          </ac:picMkLst>
        </pc:picChg>
        <pc:picChg chg="add del mod">
          <ac:chgData name="PRANAY SANYAL" userId="d8c9ef97f6d42b05" providerId="LiveId" clId="{B0975410-A50E-47C6-BE72-73AB67242831}" dt="2025-11-03T06:37:59.929" v="181" actId="478"/>
          <ac:picMkLst>
            <pc:docMk/>
            <pc:sldMk cId="1134857798" sldId="262"/>
            <ac:picMk id="8" creationId="{0FC00B24-7692-47AA-5C66-504EFFFA0FCA}"/>
          </ac:picMkLst>
        </pc:picChg>
        <pc:picChg chg="add mod">
          <ac:chgData name="PRANAY SANYAL" userId="d8c9ef97f6d42b05" providerId="LiveId" clId="{B0975410-A50E-47C6-BE72-73AB67242831}" dt="2025-11-03T06:38:07.576" v="185" actId="1076"/>
          <ac:picMkLst>
            <pc:docMk/>
            <pc:sldMk cId="1134857798" sldId="262"/>
            <ac:picMk id="11" creationId="{7A6A41BB-84BB-0673-DAB6-52B2AB7E7153}"/>
          </ac:picMkLst>
        </pc:picChg>
      </pc:sldChg>
      <pc:sldChg chg="addSp delSp modSp mod">
        <pc:chgData name="PRANAY SANYAL" userId="d8c9ef97f6d42b05" providerId="LiveId" clId="{B0975410-A50E-47C6-BE72-73AB67242831}" dt="2025-11-03T06:35:00.264" v="163" actId="14100"/>
        <pc:sldMkLst>
          <pc:docMk/>
          <pc:sldMk cId="4115541111" sldId="263"/>
        </pc:sldMkLst>
        <pc:picChg chg="add mod">
          <ac:chgData name="PRANAY SANYAL" userId="d8c9ef97f6d42b05" providerId="LiveId" clId="{B0975410-A50E-47C6-BE72-73AB67242831}" dt="2025-11-03T06:35:00.264" v="163" actId="14100"/>
          <ac:picMkLst>
            <pc:docMk/>
            <pc:sldMk cId="4115541111" sldId="263"/>
            <ac:picMk id="3" creationId="{2051C60F-997E-5337-9F78-A1B019B0D9BD}"/>
          </ac:picMkLst>
        </pc:picChg>
        <pc:picChg chg="del">
          <ac:chgData name="PRANAY SANYAL" userId="d8c9ef97f6d42b05" providerId="LiveId" clId="{B0975410-A50E-47C6-BE72-73AB67242831}" dt="2025-11-03T06:34:24.153" v="149" actId="478"/>
          <ac:picMkLst>
            <pc:docMk/>
            <pc:sldMk cId="4115541111" sldId="263"/>
            <ac:picMk id="6" creationId="{7DF845D2-5C71-3D35-6AFE-1B40327721C5}"/>
          </ac:picMkLst>
        </pc:picChg>
      </pc:sldChg>
      <pc:sldChg chg="addSp delSp modSp mod">
        <pc:chgData name="PRANAY SANYAL" userId="d8c9ef97f6d42b05" providerId="LiveId" clId="{B0975410-A50E-47C6-BE72-73AB67242831}" dt="2025-11-03T06:33:17.634" v="148" actId="14100"/>
        <pc:sldMkLst>
          <pc:docMk/>
          <pc:sldMk cId="3995925653" sldId="264"/>
        </pc:sldMkLst>
        <pc:picChg chg="add mod">
          <ac:chgData name="PRANAY SANYAL" userId="d8c9ef97f6d42b05" providerId="LiveId" clId="{B0975410-A50E-47C6-BE72-73AB67242831}" dt="2025-11-03T06:33:17.634" v="148" actId="14100"/>
          <ac:picMkLst>
            <pc:docMk/>
            <pc:sldMk cId="3995925653" sldId="264"/>
            <ac:picMk id="3" creationId="{AE3ED84F-9754-2894-3521-167CF2528F86}"/>
          </ac:picMkLst>
        </pc:picChg>
        <pc:picChg chg="mod">
          <ac:chgData name="PRANAY SANYAL" userId="d8c9ef97f6d42b05" providerId="LiveId" clId="{B0975410-A50E-47C6-BE72-73AB67242831}" dt="2025-11-03T06:32:49.842" v="140" actId="1076"/>
          <ac:picMkLst>
            <pc:docMk/>
            <pc:sldMk cId="3995925653" sldId="264"/>
            <ac:picMk id="4" creationId="{21909D5C-B823-C477-E99A-C9FF6951F72F}"/>
          </ac:picMkLst>
        </pc:picChg>
        <pc:picChg chg="del">
          <ac:chgData name="PRANAY SANYAL" userId="d8c9ef97f6d42b05" providerId="LiveId" clId="{B0975410-A50E-47C6-BE72-73AB67242831}" dt="2025-11-03T06:32:33.675" v="136" actId="478"/>
          <ac:picMkLst>
            <pc:docMk/>
            <pc:sldMk cId="3995925653" sldId="264"/>
            <ac:picMk id="6" creationId="{DCD831A0-AB53-FA87-A94E-D197D622DE98}"/>
          </ac:picMkLst>
        </pc:picChg>
      </pc:sldChg>
      <pc:sldChg chg="addSp delSp modSp mod">
        <pc:chgData name="PRANAY SANYAL" userId="d8c9ef97f6d42b05" providerId="LiveId" clId="{B0975410-A50E-47C6-BE72-73AB67242831}" dt="2025-11-03T06:31:37.112" v="135" actId="1076"/>
        <pc:sldMkLst>
          <pc:docMk/>
          <pc:sldMk cId="1801095020" sldId="265"/>
        </pc:sldMkLst>
        <pc:picChg chg="add mod">
          <ac:chgData name="PRANAY SANYAL" userId="d8c9ef97f6d42b05" providerId="LiveId" clId="{B0975410-A50E-47C6-BE72-73AB67242831}" dt="2025-11-03T06:31:37.112" v="135" actId="1076"/>
          <ac:picMkLst>
            <pc:docMk/>
            <pc:sldMk cId="1801095020" sldId="265"/>
            <ac:picMk id="3" creationId="{46F0CDD2-D2D7-364C-BA08-2A7906A33EC1}"/>
          </ac:picMkLst>
        </pc:picChg>
        <pc:picChg chg="del">
          <ac:chgData name="PRANAY SANYAL" userId="d8c9ef97f6d42b05" providerId="LiveId" clId="{B0975410-A50E-47C6-BE72-73AB67242831}" dt="2025-11-03T06:31:05.539" v="125" actId="478"/>
          <ac:picMkLst>
            <pc:docMk/>
            <pc:sldMk cId="1801095020" sldId="265"/>
            <ac:picMk id="6" creationId="{E4A1E8F9-C399-3E8E-6427-7289AE332565}"/>
          </ac:picMkLst>
        </pc:picChg>
      </pc:sldChg>
      <pc:sldChg chg="addSp delSp modSp mod">
        <pc:chgData name="PRANAY SANYAL" userId="d8c9ef97f6d42b05" providerId="LiveId" clId="{B0975410-A50E-47C6-BE72-73AB67242831}" dt="2025-11-03T06:30:04.761" v="124" actId="14100"/>
        <pc:sldMkLst>
          <pc:docMk/>
          <pc:sldMk cId="4110531073" sldId="266"/>
        </pc:sldMkLst>
        <pc:picChg chg="add mod">
          <ac:chgData name="PRANAY SANYAL" userId="d8c9ef97f6d42b05" providerId="LiveId" clId="{B0975410-A50E-47C6-BE72-73AB67242831}" dt="2025-11-03T06:30:04.761" v="124" actId="14100"/>
          <ac:picMkLst>
            <pc:docMk/>
            <pc:sldMk cId="4110531073" sldId="266"/>
            <ac:picMk id="3" creationId="{3E38F306-DCB8-4B38-F7E1-182C269FD281}"/>
          </ac:picMkLst>
        </pc:picChg>
        <pc:picChg chg="del">
          <ac:chgData name="PRANAY SANYAL" userId="d8c9ef97f6d42b05" providerId="LiveId" clId="{B0975410-A50E-47C6-BE72-73AB67242831}" dt="2025-11-03T06:29:11.925" v="106" actId="478"/>
          <ac:picMkLst>
            <pc:docMk/>
            <pc:sldMk cId="4110531073" sldId="266"/>
            <ac:picMk id="6" creationId="{9BAB96EE-5E3D-7231-F351-3E3E6F55A85E}"/>
          </ac:picMkLst>
        </pc:picChg>
      </pc:sldChg>
      <pc:sldChg chg="addSp delSp modSp mod">
        <pc:chgData name="PRANAY SANYAL" userId="d8c9ef97f6d42b05" providerId="LiveId" clId="{B0975410-A50E-47C6-BE72-73AB67242831}" dt="2025-11-03T06:26:48.441" v="105" actId="14100"/>
        <pc:sldMkLst>
          <pc:docMk/>
          <pc:sldMk cId="3849845089" sldId="267"/>
        </pc:sldMkLst>
        <pc:picChg chg="add mod">
          <ac:chgData name="PRANAY SANYAL" userId="d8c9ef97f6d42b05" providerId="LiveId" clId="{B0975410-A50E-47C6-BE72-73AB67242831}" dt="2025-11-03T06:26:48.441" v="105" actId="14100"/>
          <ac:picMkLst>
            <pc:docMk/>
            <pc:sldMk cId="3849845089" sldId="267"/>
            <ac:picMk id="3" creationId="{E3CFBC7A-638E-FA85-DA41-B43A12061293}"/>
          </ac:picMkLst>
        </pc:picChg>
        <pc:picChg chg="del">
          <ac:chgData name="PRANAY SANYAL" userId="d8c9ef97f6d42b05" providerId="LiveId" clId="{B0975410-A50E-47C6-BE72-73AB67242831}" dt="2025-11-03T06:26:11.730" v="92" actId="478"/>
          <ac:picMkLst>
            <pc:docMk/>
            <pc:sldMk cId="3849845089" sldId="267"/>
            <ac:picMk id="6" creationId="{A9E8CE8D-0974-5AA2-ECD4-7B869D0E2457}"/>
          </ac:picMkLst>
        </pc:picChg>
      </pc:sldChg>
      <pc:sldChg chg="addSp delSp modSp mod">
        <pc:chgData name="PRANAY SANYAL" userId="d8c9ef97f6d42b05" providerId="LiveId" clId="{B0975410-A50E-47C6-BE72-73AB67242831}" dt="2025-11-03T06:24:41.505" v="91" actId="1076"/>
        <pc:sldMkLst>
          <pc:docMk/>
          <pc:sldMk cId="1423868041" sldId="268"/>
        </pc:sldMkLst>
        <pc:picChg chg="del">
          <ac:chgData name="PRANAY SANYAL" userId="d8c9ef97f6d42b05" providerId="LiveId" clId="{B0975410-A50E-47C6-BE72-73AB67242831}" dt="2025-11-03T06:24:08.915" v="82" actId="478"/>
          <ac:picMkLst>
            <pc:docMk/>
            <pc:sldMk cId="1423868041" sldId="268"/>
            <ac:picMk id="3" creationId="{143A0386-1376-D7C8-ABEE-8EE1C851AD6E}"/>
          </ac:picMkLst>
        </pc:picChg>
        <pc:picChg chg="add mod">
          <ac:chgData name="PRANAY SANYAL" userId="d8c9ef97f6d42b05" providerId="LiveId" clId="{B0975410-A50E-47C6-BE72-73AB67242831}" dt="2025-11-03T06:24:41.505" v="91" actId="1076"/>
          <ac:picMkLst>
            <pc:docMk/>
            <pc:sldMk cId="1423868041" sldId="268"/>
            <ac:picMk id="5" creationId="{992062ED-02BE-182B-DB86-CCA3C3ED41DA}"/>
          </ac:picMkLst>
        </pc:picChg>
      </pc:sldChg>
      <pc:sldChg chg="addSp delSp modSp mod">
        <pc:chgData name="PRANAY SANYAL" userId="d8c9ef97f6d42b05" providerId="LiveId" clId="{B0975410-A50E-47C6-BE72-73AB67242831}" dt="2025-11-03T06:22:49.672" v="81" actId="1076"/>
        <pc:sldMkLst>
          <pc:docMk/>
          <pc:sldMk cId="1772844272" sldId="269"/>
        </pc:sldMkLst>
        <pc:picChg chg="add mod">
          <ac:chgData name="PRANAY SANYAL" userId="d8c9ef97f6d42b05" providerId="LiveId" clId="{B0975410-A50E-47C6-BE72-73AB67242831}" dt="2025-11-03T06:22:49.672" v="81" actId="1076"/>
          <ac:picMkLst>
            <pc:docMk/>
            <pc:sldMk cId="1772844272" sldId="269"/>
            <ac:picMk id="3" creationId="{4AADF861-5B8D-7FE2-9C34-8E1956DB6E24}"/>
          </ac:picMkLst>
        </pc:picChg>
        <pc:picChg chg="del">
          <ac:chgData name="PRANAY SANYAL" userId="d8c9ef97f6d42b05" providerId="LiveId" clId="{B0975410-A50E-47C6-BE72-73AB67242831}" dt="2025-11-03T06:22:21.511" v="68" actId="478"/>
          <ac:picMkLst>
            <pc:docMk/>
            <pc:sldMk cId="1772844272" sldId="269"/>
            <ac:picMk id="6" creationId="{AC4896A9-81F8-E7F4-28FD-3B730BFCB1B4}"/>
          </ac:picMkLst>
        </pc:picChg>
      </pc:sldChg>
      <pc:sldChg chg="addSp delSp modSp mod">
        <pc:chgData name="PRANAY SANYAL" userId="d8c9ef97f6d42b05" providerId="LiveId" clId="{B0975410-A50E-47C6-BE72-73AB67242831}" dt="2025-11-03T06:21:35.040" v="67" actId="14100"/>
        <pc:sldMkLst>
          <pc:docMk/>
          <pc:sldMk cId="3953144188" sldId="270"/>
        </pc:sldMkLst>
        <pc:picChg chg="add mod">
          <ac:chgData name="PRANAY SANYAL" userId="d8c9ef97f6d42b05" providerId="LiveId" clId="{B0975410-A50E-47C6-BE72-73AB67242831}" dt="2025-11-03T06:21:35.040" v="67" actId="14100"/>
          <ac:picMkLst>
            <pc:docMk/>
            <pc:sldMk cId="3953144188" sldId="270"/>
            <ac:picMk id="3" creationId="{58EB9867-6D91-46FC-6661-574531D34338}"/>
          </ac:picMkLst>
        </pc:picChg>
        <pc:picChg chg="del">
          <ac:chgData name="PRANAY SANYAL" userId="d8c9ef97f6d42b05" providerId="LiveId" clId="{B0975410-A50E-47C6-BE72-73AB67242831}" dt="2025-11-03T06:21:13.491" v="59" actId="478"/>
          <ac:picMkLst>
            <pc:docMk/>
            <pc:sldMk cId="3953144188" sldId="270"/>
            <ac:picMk id="6" creationId="{50BB242C-D503-E216-FCDA-FA5F97C2867D}"/>
          </ac:picMkLst>
        </pc:picChg>
      </pc:sldChg>
      <pc:sldChg chg="addSp delSp modSp mod">
        <pc:chgData name="PRANAY SANYAL" userId="d8c9ef97f6d42b05" providerId="LiveId" clId="{B0975410-A50E-47C6-BE72-73AB67242831}" dt="2025-11-03T06:20:16.536" v="58" actId="1076"/>
        <pc:sldMkLst>
          <pc:docMk/>
          <pc:sldMk cId="3851713793" sldId="271"/>
        </pc:sldMkLst>
        <pc:picChg chg="add mod">
          <ac:chgData name="PRANAY SANYAL" userId="d8c9ef97f6d42b05" providerId="LiveId" clId="{B0975410-A50E-47C6-BE72-73AB67242831}" dt="2025-11-03T06:20:16.536" v="58" actId="1076"/>
          <ac:picMkLst>
            <pc:docMk/>
            <pc:sldMk cId="3851713793" sldId="271"/>
            <ac:picMk id="3" creationId="{E42355BC-7419-1ACA-30F3-ED197D1413D7}"/>
          </ac:picMkLst>
        </pc:picChg>
        <pc:picChg chg="mod">
          <ac:chgData name="PRANAY SANYAL" userId="d8c9ef97f6d42b05" providerId="LiveId" clId="{B0975410-A50E-47C6-BE72-73AB67242831}" dt="2025-11-03T06:20:00.289" v="53" actId="1076"/>
          <ac:picMkLst>
            <pc:docMk/>
            <pc:sldMk cId="3851713793" sldId="271"/>
            <ac:picMk id="4" creationId="{2E359B44-F1FD-7146-1A60-237BBFAECF87}"/>
          </ac:picMkLst>
        </pc:picChg>
        <pc:picChg chg="del">
          <ac:chgData name="PRANAY SANYAL" userId="d8c9ef97f6d42b05" providerId="LiveId" clId="{B0975410-A50E-47C6-BE72-73AB67242831}" dt="2025-11-03T06:19:46.295" v="48" actId="478"/>
          <ac:picMkLst>
            <pc:docMk/>
            <pc:sldMk cId="3851713793" sldId="271"/>
            <ac:picMk id="6" creationId="{8416F8FC-E33F-43C7-1A17-8CAC5B902D3B}"/>
          </ac:picMkLst>
        </pc:picChg>
      </pc:sldChg>
      <pc:sldChg chg="addSp delSp modSp mod">
        <pc:chgData name="PRANAY SANYAL" userId="d8c9ef97f6d42b05" providerId="LiveId" clId="{B0975410-A50E-47C6-BE72-73AB67242831}" dt="2025-11-03T06:15:17.512" v="47" actId="1076"/>
        <pc:sldMkLst>
          <pc:docMk/>
          <pc:sldMk cId="1165550678" sldId="272"/>
        </pc:sldMkLst>
        <pc:picChg chg="add mod">
          <ac:chgData name="PRANAY SANYAL" userId="d8c9ef97f6d42b05" providerId="LiveId" clId="{B0975410-A50E-47C6-BE72-73AB67242831}" dt="2025-11-03T06:15:17.512" v="47" actId="1076"/>
          <ac:picMkLst>
            <pc:docMk/>
            <pc:sldMk cId="1165550678" sldId="272"/>
            <ac:picMk id="3" creationId="{19DBF963-0383-A275-8E9B-5FDD43800162}"/>
          </ac:picMkLst>
        </pc:picChg>
        <pc:picChg chg="del">
          <ac:chgData name="PRANAY SANYAL" userId="d8c9ef97f6d42b05" providerId="LiveId" clId="{B0975410-A50E-47C6-BE72-73AB67242831}" dt="2025-11-03T06:14:38.748" v="35" actId="478"/>
          <ac:picMkLst>
            <pc:docMk/>
            <pc:sldMk cId="1165550678" sldId="272"/>
            <ac:picMk id="6" creationId="{5E8634BA-8292-424F-3042-7A3C90A31AA4}"/>
          </ac:picMkLst>
        </pc:picChg>
      </pc:sldChg>
      <pc:sldChg chg="addSp delSp modSp mod">
        <pc:chgData name="PRANAY SANYAL" userId="d8c9ef97f6d42b05" providerId="LiveId" clId="{B0975410-A50E-47C6-BE72-73AB67242831}" dt="2025-11-03T06:11:26.791" v="22" actId="14100"/>
        <pc:sldMkLst>
          <pc:docMk/>
          <pc:sldMk cId="3517481862" sldId="273"/>
        </pc:sldMkLst>
        <pc:picChg chg="del mod">
          <ac:chgData name="PRANAY SANYAL" userId="d8c9ef97f6d42b05" providerId="LiveId" clId="{B0975410-A50E-47C6-BE72-73AB67242831}" dt="2025-11-03T06:10:56.873" v="12" actId="478"/>
          <ac:picMkLst>
            <pc:docMk/>
            <pc:sldMk cId="3517481862" sldId="273"/>
            <ac:picMk id="3" creationId="{29998FB3-B93A-1A71-924E-AE25125AB50D}"/>
          </ac:picMkLst>
        </pc:picChg>
        <pc:picChg chg="add mod">
          <ac:chgData name="PRANAY SANYAL" userId="d8c9ef97f6d42b05" providerId="LiveId" clId="{B0975410-A50E-47C6-BE72-73AB67242831}" dt="2025-11-03T06:11:26.791" v="22" actId="14100"/>
          <ac:picMkLst>
            <pc:docMk/>
            <pc:sldMk cId="3517481862" sldId="273"/>
            <ac:picMk id="6" creationId="{18D867C6-B6DB-FC4E-800F-A33D83587A3C}"/>
          </ac:picMkLst>
        </pc:picChg>
      </pc:sldChg>
      <pc:sldChg chg="addSp delSp modSp mod">
        <pc:chgData name="PRANAY SANYAL" userId="d8c9ef97f6d42b05" providerId="LiveId" clId="{B0975410-A50E-47C6-BE72-73AB67242831}" dt="2025-11-03T06:09:00.456" v="10" actId="962"/>
        <pc:sldMkLst>
          <pc:docMk/>
          <pc:sldMk cId="3812719589" sldId="274"/>
        </pc:sldMkLst>
        <pc:picChg chg="del mod">
          <ac:chgData name="PRANAY SANYAL" userId="d8c9ef97f6d42b05" providerId="LiveId" clId="{B0975410-A50E-47C6-BE72-73AB67242831}" dt="2025-11-03T06:08:24.307" v="1" actId="478"/>
          <ac:picMkLst>
            <pc:docMk/>
            <pc:sldMk cId="3812719589" sldId="274"/>
            <ac:picMk id="3" creationId="{2AD6BEF3-E0F3-EE9D-92CC-72597AF5BA23}"/>
          </ac:picMkLst>
        </pc:picChg>
        <pc:picChg chg="add mod">
          <ac:chgData name="PRANAY SANYAL" userId="d8c9ef97f6d42b05" providerId="LiveId" clId="{B0975410-A50E-47C6-BE72-73AB67242831}" dt="2025-11-03T06:09:00.456" v="10" actId="962"/>
          <ac:picMkLst>
            <pc:docMk/>
            <pc:sldMk cId="3812719589" sldId="274"/>
            <ac:picMk id="5" creationId="{C7F45A56-DCA6-92D1-5800-C81070120C47}"/>
          </ac:picMkLst>
        </pc:picChg>
      </pc:sldChg>
      <pc:sldChg chg="addSp delSp modSp mod">
        <pc:chgData name="PRANAY SANYAL" userId="d8c9ef97f6d42b05" providerId="LiveId" clId="{B0975410-A50E-47C6-BE72-73AB67242831}" dt="2025-11-03T06:13:24.664" v="34" actId="14100"/>
        <pc:sldMkLst>
          <pc:docMk/>
          <pc:sldMk cId="2418553639" sldId="275"/>
        </pc:sldMkLst>
        <pc:picChg chg="del">
          <ac:chgData name="PRANAY SANYAL" userId="d8c9ef97f6d42b05" providerId="LiveId" clId="{B0975410-A50E-47C6-BE72-73AB67242831}" dt="2025-11-03T06:12:53.286" v="23" actId="478"/>
          <ac:picMkLst>
            <pc:docMk/>
            <pc:sldMk cId="2418553639" sldId="275"/>
            <ac:picMk id="3" creationId="{2CE017E1-9672-EF21-9ED9-2817D6F929B0}"/>
          </ac:picMkLst>
        </pc:picChg>
        <pc:picChg chg="add mod">
          <ac:chgData name="PRANAY SANYAL" userId="d8c9ef97f6d42b05" providerId="LiveId" clId="{B0975410-A50E-47C6-BE72-73AB67242831}" dt="2025-11-03T06:13:24.664" v="34" actId="14100"/>
          <ac:picMkLst>
            <pc:docMk/>
            <pc:sldMk cId="2418553639" sldId="275"/>
            <ac:picMk id="5" creationId="{ACF6D272-D618-A1EE-F6EF-359C7DD16470}"/>
          </ac:picMkLst>
        </pc:picChg>
      </pc:sldChg>
      <pc:sldChg chg="addSp delSp modSp mod">
        <pc:chgData name="PRANAY SANYAL" userId="d8c9ef97f6d42b05" providerId="LiveId" clId="{B0975410-A50E-47C6-BE72-73AB67242831}" dt="2025-11-03T07:04:54.162" v="451" actId="1076"/>
        <pc:sldMkLst>
          <pc:docMk/>
          <pc:sldMk cId="1774641682" sldId="279"/>
        </pc:sldMkLst>
        <pc:spChg chg="add del mod">
          <ac:chgData name="PRANAY SANYAL" userId="d8c9ef97f6d42b05" providerId="LiveId" clId="{B0975410-A50E-47C6-BE72-73AB67242831}" dt="2025-11-03T07:04:20.245" v="449" actId="931"/>
          <ac:spMkLst>
            <pc:docMk/>
            <pc:sldMk cId="1774641682" sldId="279"/>
            <ac:spMk id="4" creationId="{2EB948E0-BBFB-2158-FDF5-74DC8423357B}"/>
          </ac:spMkLst>
        </pc:spChg>
        <pc:picChg chg="add mod">
          <ac:chgData name="PRANAY SANYAL" userId="d8c9ef97f6d42b05" providerId="LiveId" clId="{B0975410-A50E-47C6-BE72-73AB67242831}" dt="2025-11-03T07:04:20.245" v="449" actId="931"/>
          <ac:picMkLst>
            <pc:docMk/>
            <pc:sldMk cId="1774641682" sldId="279"/>
            <ac:picMk id="3" creationId="{CBE06D9B-6A81-C81F-01E7-A354C063C825}"/>
          </ac:picMkLst>
        </pc:picChg>
        <pc:picChg chg="add del mod">
          <ac:chgData name="PRANAY SANYAL" userId="d8c9ef97f6d42b05" providerId="LiveId" clId="{B0975410-A50E-47C6-BE72-73AB67242831}" dt="2025-11-03T07:04:54.162" v="451" actId="1076"/>
          <ac:picMkLst>
            <pc:docMk/>
            <pc:sldMk cId="1774641682" sldId="279"/>
            <ac:picMk id="5" creationId="{D9A4E662-0F86-4ACE-A21E-6D39E5244B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6665C-DF7D-4BCA-B71B-836B35DA423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96408-492B-4F26-8B44-9F40F4145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5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96408-492B-4F26-8B44-9F40F41455B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8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A736-F3FF-6781-F8D0-B2590674B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6F96-CB59-FAA6-8E65-6C1255534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7CFF7-B1F7-3C4B-5AA4-D5448BA1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86D3D-2CC0-317F-2ADF-A5D16BBF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B859-1465-E1BF-9A58-E0C87DCA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26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C65FB-E06E-6D67-5E8B-73B028D7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64380-9F55-8737-D49D-406DF693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8B94-FB38-DF20-02A4-71D441F4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567B3-FBFC-7EBD-F111-F88EC39A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F299F-1313-B4C6-D014-E5AABE41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58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6CA1-46B4-2D76-4B78-16AF2BDD8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DF078-6832-FC2D-141C-CFE83CD15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6C85C-086A-8D19-6FDD-FA1E9014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E9120-C5AD-6035-6997-9F835B2D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CB1EE-2387-15E3-7C6C-2099EC88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3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8342B-0A03-1E43-482F-084E9652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D2B46-353F-C8A3-835E-6787B2800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410CA-3502-CE28-0066-39F7F2F81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8169E-C8C3-49DA-431C-CD720EBC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1CDCB-F87F-CF31-FC8C-73CBDFDF2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3D6E5-6F8E-88D3-62F1-B6885D2D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60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10FF-322D-3981-194C-AB8B1EE5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BC887-34CB-59E4-3240-4C0DCB92A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D6114-DE4C-AFBF-C877-DA9846255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66017-F5D5-AA4B-0351-A2DA50919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E4029-F9C5-3618-BD89-851F7EF58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1EF24-4DCE-9E60-61A7-F17DD64F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0D6FE-E12D-F24F-4123-70C6A09F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B2FAA-B258-8E19-B74C-BDA756AC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99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765C-3FCF-DEBB-BA18-63008477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FF98F-8582-C809-44D2-DF1093A9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E7E93-611C-034E-8C01-64E760A2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B0C80-9C6C-C22B-67BA-0C42215D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74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9F9E2-AAD0-CAF6-294D-857501E3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D3A94-95BE-D009-0D2A-5B806C6BC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4BBB0-6649-9067-37CC-2753E231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3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7B750-261E-5EBF-C892-562F4C9AE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9F7F2-0C94-BAAE-33CE-248D5A03C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6F312-8848-15D9-3525-41ECA7A87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F1D6B-96F6-AA81-DB97-4181D441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1063D-4828-4611-2CA9-5BA93577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48553-4552-8ED5-1D38-15552A49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02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C1BE-AC10-1780-6BCE-DF2D1C71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FE7F3-D8E7-A66D-1322-7C8E807B1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FF94B-835D-E096-4F84-3675CD573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40535-3E0C-2339-4B49-8DE0602B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A8291-7B58-2832-7FE2-5AB739EAE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3F321-B121-76D1-1EBB-F90AD71E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63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B2EC3-8150-7734-E425-F2ABBAA7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38FCB-CFA7-362E-587D-295CED31E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46AB-4CBC-9781-07D2-2B08E575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3F6D1-A87D-DA10-7761-8EC67AE4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63A0F-04E1-CCC8-04C6-65767A23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39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A8D0EE-08BB-5265-A61F-BE22D5384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9E6C0-1D4A-BA27-5BBD-5F6328FE3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BF7E3-25B6-89D0-810D-4737C547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131C1-4443-B438-E051-9AF89574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6C71A-025D-57A9-1396-E71FF243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9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5D9B79-8CFD-1D0D-E488-9DD35320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D6175-15BD-4992-6391-F124BA27A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1347E-D753-52D2-A91B-8D9B06CD8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935F3-6AD6-42E7-91FF-3709D4095D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6D38A-42BF-08D4-D96F-783903C84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4B6FC-0019-0B5D-FA89-5164BE48A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AD683-24EB-46B3-9375-254872EF4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29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pngimg.com/png/9345-analysis-png-hd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hochiminhcity.eregulations.org/procedure/4/3/step/439?l=e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ickpik.com/cleveland-ohio-arcade-architecture-downtown-usa-134636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menia.eregulations.org/Contacts/7?l=en" TargetMode="Externa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ibreshot.com/business-analysis/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ternetgovernance.org/2023/12/01/the-narrative-december-1-2023/humanusesmartphonewithonlinebankingdigitaltechnologymobilebanking/" TargetMode="Externa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ccmit.mit.edu/problem-solving/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hochiminhcity.eregulations.org/procedure/4/3/step/439?l=e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A0C995-C8A9-7E5C-952C-D80C2F0A8A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0"/>
              </a:prstClr>
            </a:outerShdw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317380-ED10-D630-A41D-82DC821BC9B9}"/>
              </a:ext>
            </a:extLst>
          </p:cNvPr>
          <p:cNvSpPr txBox="1"/>
          <p:nvPr/>
        </p:nvSpPr>
        <p:spPr>
          <a:xfrm>
            <a:off x="142240" y="158630"/>
            <a:ext cx="1219200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latin typeface="Algerian" panose="04020705040A02060702" pitchFamily="82" charset="0"/>
              </a:rPr>
              <a:t>Bank CRM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A48F6-D023-12F3-B2E3-A0BDCE10C257}"/>
              </a:ext>
            </a:extLst>
          </p:cNvPr>
          <p:cNvSpPr txBox="1"/>
          <p:nvPr/>
        </p:nvSpPr>
        <p:spPr>
          <a:xfrm>
            <a:off x="1502954" y="1491553"/>
            <a:ext cx="9633132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lgerian" panose="04020705040A02060702" pitchFamily="82" charset="0"/>
              </a:rPr>
              <a:t>Strategies to Reduce Churn &amp; Improve Satisfaction</a:t>
            </a:r>
            <a:endParaRPr lang="en-IN" sz="36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92BE6-AA48-4170-8C1A-469D4B28D122}"/>
              </a:ext>
            </a:extLst>
          </p:cNvPr>
          <p:cNvSpPr txBox="1"/>
          <p:nvPr/>
        </p:nvSpPr>
        <p:spPr>
          <a:xfrm>
            <a:off x="8534400" y="5875428"/>
            <a:ext cx="340432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lgerian" panose="04020705040A02060702" pitchFamily="82" charset="0"/>
              </a:rPr>
              <a:t>- PRANAY SANYAL</a:t>
            </a:r>
            <a:endParaRPr lang="en-IN" sz="2800" b="1" dirty="0">
              <a:latin typeface="Algerian" panose="04020705040A02060702" pitchFamily="82" charset="0"/>
            </a:endParaRPr>
          </a:p>
        </p:txBody>
      </p:sp>
      <p:pic>
        <p:nvPicPr>
          <p:cNvPr id="15" name="Picture 14" descr="A folder with graph and papers">
            <a:extLst>
              <a:ext uri="{FF2B5EF4-FFF2-40B4-BE49-F238E27FC236}">
                <a16:creationId xmlns:a16="http://schemas.microsoft.com/office/drawing/2014/main" id="{404129E0-503A-0FDC-4D7E-009D59084D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158343" y="2952357"/>
            <a:ext cx="3592191" cy="359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8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679BA4-30B3-FB0B-9F75-3C16EC77CC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2" y="2032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4D43C2-5F60-F34E-FB04-9B65DD4C2D85}"/>
              </a:ext>
            </a:extLst>
          </p:cNvPr>
          <p:cNvSpPr txBox="1"/>
          <p:nvPr/>
        </p:nvSpPr>
        <p:spPr>
          <a:xfrm>
            <a:off x="121919" y="1994829"/>
            <a:ext cx="2824481" cy="304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50000"/>
              </a:lnSpc>
              <a:buSzPct val="120000"/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250000"/>
              </a:lnSpc>
              <a:buSzPct val="120000"/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marL="514350" indent="-514350">
              <a:lnSpc>
                <a:spcPct val="250000"/>
              </a:lnSpc>
              <a:buSzPct val="120000"/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lnSpc>
                <a:spcPct val="250000"/>
              </a:lnSpc>
              <a:buSzPct val="120000"/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A0E67-7E12-CAD0-56AD-B1F348E18523}"/>
              </a:ext>
            </a:extLst>
          </p:cNvPr>
          <p:cNvSpPr txBox="1"/>
          <p:nvPr/>
        </p:nvSpPr>
        <p:spPr>
          <a:xfrm>
            <a:off x="8524239" y="1662056"/>
            <a:ext cx="3667760" cy="3961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SzPct val="120000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Metrics and their Insights</a:t>
            </a:r>
          </a:p>
          <a:p>
            <a:pPr>
              <a:lnSpc>
                <a:spcPct val="250000"/>
              </a:lnSpc>
              <a:buSzPct val="1200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Dashboards</a:t>
            </a:r>
          </a:p>
          <a:p>
            <a:pPr>
              <a:lnSpc>
                <a:spcPct val="250000"/>
              </a:lnSpc>
              <a:buSzPct val="1200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  Challenges Faced</a:t>
            </a:r>
          </a:p>
          <a:p>
            <a:pPr>
              <a:lnSpc>
                <a:spcPct val="250000"/>
              </a:lnSpc>
              <a:buSzPct val="1200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   Conclusion</a:t>
            </a:r>
          </a:p>
          <a:p>
            <a:pPr>
              <a:lnSpc>
                <a:spcPct val="250000"/>
              </a:lnSpc>
              <a:buSzPct val="1200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   Recommendations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7B77C9-0280-781B-308F-85D3C64DBE4D}"/>
              </a:ext>
            </a:extLst>
          </p:cNvPr>
          <p:cNvSpPr txBox="1"/>
          <p:nvPr/>
        </p:nvSpPr>
        <p:spPr>
          <a:xfrm>
            <a:off x="-1" y="243840"/>
            <a:ext cx="1219200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AGENDA</a:t>
            </a:r>
            <a:endParaRPr lang="en-IN" sz="6000" b="1" dirty="0">
              <a:latin typeface="Algerian" panose="04020705040A02060702" pitchFamily="8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42426B-643A-133E-08B2-CA512623B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068321" y="1994829"/>
            <a:ext cx="5354319" cy="36283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467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95646F-5846-0DD2-9472-A1BAE0AB0D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EC8F59-AED2-AD09-467F-C9C0C5B49138}"/>
              </a:ext>
            </a:extLst>
          </p:cNvPr>
          <p:cNvSpPr txBox="1"/>
          <p:nvPr/>
        </p:nvSpPr>
        <p:spPr>
          <a:xfrm>
            <a:off x="0" y="81280"/>
            <a:ext cx="121920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INTRODUCTION</a:t>
            </a:r>
            <a:endParaRPr lang="en-IN" sz="6000" b="1" dirty="0"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ADA9A-86C3-8679-62C5-6449C0D67DFD}"/>
              </a:ext>
            </a:extLst>
          </p:cNvPr>
          <p:cNvSpPr txBox="1"/>
          <p:nvPr/>
        </p:nvSpPr>
        <p:spPr>
          <a:xfrm>
            <a:off x="0" y="1213009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explores customer churn patterns in a retail bank to identify the key drivers behind customer attrition. By examining demographic, geographic, financial, and behavioral factors, we aim to uncover insights that help the bank: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churning and why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Pinpoint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customer segments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data-driven strategies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churn, improve service delivery, and enhance customer satisfaction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53D72B-3B2F-0ED7-451B-F427B8210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639513" y="2839042"/>
            <a:ext cx="6717030" cy="35529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29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2D9F9E-EB29-103A-A8F6-FC5E9720B1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91D301-8320-71CF-A467-B57DBB5F7CEE}"/>
              </a:ext>
            </a:extLst>
          </p:cNvPr>
          <p:cNvSpPr txBox="1"/>
          <p:nvPr/>
        </p:nvSpPr>
        <p:spPr>
          <a:xfrm>
            <a:off x="0" y="71120"/>
            <a:ext cx="121920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PROJECT AIM</a:t>
            </a:r>
            <a:endParaRPr lang="en-IN" sz="6000" b="1" dirty="0"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61FED-FBCE-9050-ACBF-A9F7A9DCC590}"/>
              </a:ext>
            </a:extLst>
          </p:cNvPr>
          <p:cNvSpPr txBox="1"/>
          <p:nvPr/>
        </p:nvSpPr>
        <p:spPr>
          <a:xfrm>
            <a:off x="0" y="1157903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demographics, financial profiles, and behavioral patterns in order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drivers of churn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strategies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 the bank: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customer attrition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service delivery efficiency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overall customer satisfaction and loyalty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F1C4DF-5CC1-DE22-443C-0ABEA80B0E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574471" y="2847931"/>
            <a:ext cx="6564086" cy="355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9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DC4903-4F41-357E-299D-BE98FF194C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160078F-C51D-4B3C-7142-42DBB3D0A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" y="1178223"/>
            <a:ext cx="12192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bank is experiencing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rate of customer churn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revenue loss and weakened customer loyalty.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customer engagement strategies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effectively addressing customer needs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visibility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demographic, financial, and behavioral factors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driving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actionable insights, the bank risks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losing competitive advantage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failing to retain valuable customers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B3375-AC87-EFEF-DB1D-76B602504340}"/>
              </a:ext>
            </a:extLst>
          </p:cNvPr>
          <p:cNvSpPr txBox="1"/>
          <p:nvPr/>
        </p:nvSpPr>
        <p:spPr>
          <a:xfrm>
            <a:off x="0" y="81280"/>
            <a:ext cx="121920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PROBLEM STATEMENT</a:t>
            </a:r>
            <a:endParaRPr lang="en-IN" sz="6000" b="1" dirty="0">
              <a:latin typeface="Algerian" panose="04020705040A02060702" pitchFamily="82" charset="0"/>
            </a:endParaRPr>
          </a:p>
        </p:txBody>
      </p:sp>
      <p:pic>
        <p:nvPicPr>
          <p:cNvPr id="3" name="Picture 2" descr="A hand holding a phone&#10;&#10;AI-generated content may be incorrect.">
            <a:extLst>
              <a:ext uri="{FF2B5EF4-FFF2-40B4-BE49-F238E27FC236}">
                <a16:creationId xmlns:a16="http://schemas.microsoft.com/office/drawing/2014/main" id="{1AD393FB-7AE2-F0BD-D6B2-9C93818D6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862943" y="2603791"/>
            <a:ext cx="6466114" cy="343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43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CCA36F-F854-E994-71DE-42848BB7C0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409050-99A7-16A9-54A0-1D88BD93481B}"/>
              </a:ext>
            </a:extLst>
          </p:cNvPr>
          <p:cNvSpPr txBox="1"/>
          <p:nvPr/>
        </p:nvSpPr>
        <p:spPr>
          <a:xfrm>
            <a:off x="0" y="101600"/>
            <a:ext cx="121920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DATA OVERVIEW</a:t>
            </a:r>
            <a:endParaRPr lang="en-IN" sz="6000" b="1" dirty="0">
              <a:latin typeface="Algerian" panose="04020705040A02060702" pitchFamily="82" charset="0"/>
            </a:endParaRPr>
          </a:p>
        </p:txBody>
      </p:sp>
      <p:pic>
        <p:nvPicPr>
          <p:cNvPr id="2" name="Content Placeholder 12">
            <a:extLst>
              <a:ext uri="{FF2B5EF4-FFF2-40B4-BE49-F238E27FC236}">
                <a16:creationId xmlns:a16="http://schemas.microsoft.com/office/drawing/2014/main" id="{A1618AB7-FD16-BF7E-356E-5D24EA377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6200" y="1117263"/>
            <a:ext cx="12039600" cy="58423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1094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133CE8-CAFE-A30B-CA0B-D188F79D66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2032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19044B-4396-3E32-5A50-9E9ADF9E6994}"/>
              </a:ext>
            </a:extLst>
          </p:cNvPr>
          <p:cNvSpPr txBox="1"/>
          <p:nvPr/>
        </p:nvSpPr>
        <p:spPr>
          <a:xfrm>
            <a:off x="-196850" y="1859339"/>
            <a:ext cx="7277100" cy="286232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Algerian" panose="04020705040A02060702" pitchFamily="82" charset="0"/>
              </a:rPr>
              <a:t>LET'S GET INTO </a:t>
            </a:r>
            <a:endParaRPr lang="en-US" sz="6000" b="1" dirty="0">
              <a:latin typeface="Algerian" panose="04020705040A02060702" pitchFamily="82" charset="0"/>
            </a:endParaRPr>
          </a:p>
          <a:p>
            <a:pPr algn="ctr"/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PROBLEM STATEMENT</a:t>
            </a:r>
            <a:endParaRPr lang="en-IN" sz="60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11" name="Picture 10" descr="A diagram of a problem solving process&#10;&#10;AI-generated content may be incorrect.">
            <a:extLst>
              <a:ext uri="{FF2B5EF4-FFF2-40B4-BE49-F238E27FC236}">
                <a16:creationId xmlns:a16="http://schemas.microsoft.com/office/drawing/2014/main" id="{7A6A41BB-84BB-0673-DAB6-52B2AB7E7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277099" y="1174493"/>
            <a:ext cx="4322292" cy="43010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49800-7DB0-C4E7-E509-E6E4C2E53697}"/>
              </a:ext>
            </a:extLst>
          </p:cNvPr>
          <p:cNvSpPr txBox="1"/>
          <p:nvPr/>
        </p:nvSpPr>
        <p:spPr>
          <a:xfrm>
            <a:off x="2999225" y="6510534"/>
            <a:ext cx="61935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ccmit.mit.edu/problem-solving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13485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E1AC96-841C-46C5-2BD7-5DC46F4BE3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D7298E-4E58-A646-7E17-AB7860D94843}"/>
              </a:ext>
            </a:extLst>
          </p:cNvPr>
          <p:cNvSpPr txBox="1"/>
          <p:nvPr/>
        </p:nvSpPr>
        <p:spPr>
          <a:xfrm>
            <a:off x="0" y="186174"/>
            <a:ext cx="12192000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latin typeface="Algerian" panose="04020705040A02060702" pitchFamily="82" charset="0"/>
              </a:rPr>
              <a:t>Churn Rate by Gender (2016–2019)</a:t>
            </a:r>
            <a:endParaRPr lang="en-IN" sz="48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BE682-B66A-4F06-25E0-692758538D53}"/>
              </a:ext>
            </a:extLst>
          </p:cNvPr>
          <p:cNvSpPr txBox="1"/>
          <p:nvPr/>
        </p:nvSpPr>
        <p:spPr>
          <a:xfrm>
            <a:off x="6454492" y="1778554"/>
            <a:ext cx="585216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 show consistently higher churn rates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(25–26%) compared to males (15–19%).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churn is relatively stable, while female churn has remained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above 25%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peaking in 2017.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gender-based behavioral differences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customer loyalty and satisfaction.</a:t>
            </a:r>
          </a:p>
        </p:txBody>
      </p:sp>
      <p:pic>
        <p:nvPicPr>
          <p:cNvPr id="3" name="Picture 2" descr="A graph of the number of men and women">
            <a:extLst>
              <a:ext uri="{FF2B5EF4-FFF2-40B4-BE49-F238E27FC236}">
                <a16:creationId xmlns:a16="http://schemas.microsoft.com/office/drawing/2014/main" id="{2051C60F-997E-5337-9F78-A1B019B0D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81" y="1876524"/>
            <a:ext cx="5110461" cy="375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4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909D5C-B823-C477-E99A-C9FF6951F7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8FA646-A86F-19BC-1884-26AFCC7D5154}"/>
              </a:ext>
            </a:extLst>
          </p:cNvPr>
          <p:cNvSpPr txBox="1"/>
          <p:nvPr/>
        </p:nvSpPr>
        <p:spPr>
          <a:xfrm>
            <a:off x="-2" y="272534"/>
            <a:ext cx="12192001" cy="14465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Algerian" panose="04020705040A02060702" pitchFamily="82" charset="0"/>
              </a:rPr>
              <a:t>Customer Distribution and Churn by Age Group</a:t>
            </a:r>
            <a:endParaRPr lang="en-IN" sz="44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36396E-DF7C-14E3-1E77-EAC0E2750F68}"/>
              </a:ext>
            </a:extLst>
          </p:cNvPr>
          <p:cNvSpPr txBox="1"/>
          <p:nvPr/>
        </p:nvSpPr>
        <p:spPr>
          <a:xfrm>
            <a:off x="299720" y="2102118"/>
            <a:ext cx="599948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sz="2000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30–50 age group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customer base (7K) but a moderate churn rate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customers (18–30)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churn rate (8%)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stronger retention in this segment.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customers (50+)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a smaller customer base (1.4K) but show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churn rate (45%)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signaling disengagement or dissatisfaction among senior customers.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ED84F-9754-2894-3521-167CF2528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060" y="2102118"/>
            <a:ext cx="4728116" cy="361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25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5DECD3-A388-6C99-2D95-D5033DF168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8528D9-B133-518F-F902-E5EFCBD12FB8}"/>
              </a:ext>
            </a:extLst>
          </p:cNvPr>
          <p:cNvSpPr txBox="1"/>
          <p:nvPr/>
        </p:nvSpPr>
        <p:spPr>
          <a:xfrm>
            <a:off x="0" y="216654"/>
            <a:ext cx="12192000" cy="14465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Algerian" panose="04020705040A02060702" pitchFamily="82" charset="0"/>
              </a:rPr>
              <a:t>Churn Count and Average Balance by Geography</a:t>
            </a:r>
            <a:endParaRPr lang="en-IN" sz="44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EE996E2-AAFE-2F42-6563-E292770F5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241" y="2264232"/>
            <a:ext cx="646176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Germany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the highest churn count (~1K) and also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balance (120K)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high-value customers are leaving.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lower average balances (~62K each), but churn counts are also notable.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bank risks losing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 most profitable segment in Germany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could heavily impact revenue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F0CDD2-D2D7-364C-BA08-2A7906A33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89" y="2264232"/>
            <a:ext cx="4150662" cy="371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95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2DA76-F013-D461-742C-163B49DC19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7EBE4B-A018-0E71-F954-6B274F8CFEA1}"/>
              </a:ext>
            </a:extLst>
          </p:cNvPr>
          <p:cNvSpPr txBox="1"/>
          <p:nvPr/>
        </p:nvSpPr>
        <p:spPr>
          <a:xfrm>
            <a:off x="0" y="328414"/>
            <a:ext cx="12192000" cy="7694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Algerian" panose="04020705040A02060702" pitchFamily="82" charset="0"/>
              </a:rPr>
              <a:t>Churn Count by Number of Products</a:t>
            </a:r>
            <a:endParaRPr lang="en-IN" sz="44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050AF-9932-A948-89C2-971A591B2525}"/>
              </a:ext>
            </a:extLst>
          </p:cNvPr>
          <p:cNvSpPr txBox="1"/>
          <p:nvPr/>
        </p:nvSpPr>
        <p:spPr>
          <a:xfrm>
            <a:off x="345440" y="2152450"/>
            <a:ext cx="590296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sz="2000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only 1 product</a:t>
            </a:r>
            <a:r>
              <a:rPr lang="en-US" dirty="0"/>
              <a:t> show the </a:t>
            </a:r>
            <a:r>
              <a:rPr lang="en-US" b="1" dirty="0"/>
              <a:t>highest churn count (1,409)</a:t>
            </a:r>
            <a:r>
              <a:rPr lang="en-US" dirty="0"/>
              <a:t>, indicating weak engagement.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Churn decreases significantly as the </a:t>
            </a:r>
            <a:r>
              <a:rPr lang="en-US" b="1" dirty="0"/>
              <a:t>number of products increases</a:t>
            </a:r>
            <a:r>
              <a:rPr lang="en-US" dirty="0"/>
              <a:t> (e.g., only 60 churn cases with 4 products).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suggests that </a:t>
            </a:r>
            <a:r>
              <a:rPr lang="en-US" b="1" dirty="0"/>
              <a:t>multi-product customers are more loyal</a:t>
            </a:r>
            <a:r>
              <a:rPr lang="en-US" dirty="0"/>
              <a:t>, while single-product customers are at the highest risk of leaving.</a:t>
            </a:r>
          </a:p>
        </p:txBody>
      </p:sp>
      <p:pic>
        <p:nvPicPr>
          <p:cNvPr id="3" name="Picture 2" descr="A graph of a number of products">
            <a:extLst>
              <a:ext uri="{FF2B5EF4-FFF2-40B4-BE49-F238E27FC236}">
                <a16:creationId xmlns:a16="http://schemas.microsoft.com/office/drawing/2014/main" id="{3E38F306-DCB8-4B38-F7E1-182C269FD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841" y="1981200"/>
            <a:ext cx="5086530" cy="42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31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8928BC-CEE9-9B1E-7695-F56C673731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976207-F035-DA2E-DD67-D7778ABBFD80}"/>
              </a:ext>
            </a:extLst>
          </p:cNvPr>
          <p:cNvSpPr txBox="1"/>
          <p:nvPr/>
        </p:nvSpPr>
        <p:spPr>
          <a:xfrm>
            <a:off x="-1" y="348734"/>
            <a:ext cx="12192001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tx2"/>
                </a:solidFill>
                <a:latin typeface="Algerian" panose="04020705040A02060702" pitchFamily="82" charset="0"/>
              </a:rPr>
              <a:t>Churn Rate by Credit Score</a:t>
            </a:r>
            <a:endParaRPr lang="en-IN" sz="54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B4C654-04B7-CD2D-D9EF-CD3B9F868406}"/>
              </a:ext>
            </a:extLst>
          </p:cNvPr>
          <p:cNvSpPr txBox="1"/>
          <p:nvPr/>
        </p:nvSpPr>
        <p:spPr>
          <a:xfrm>
            <a:off x="5704839" y="1875919"/>
            <a:ext cx="61772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sz="2000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credit scores (&lt;500)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churn tendency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weaker financial stability or dissatisfaction.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credit score increases (600–800+),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becomes more stable and relatively lower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financially stronger customers are more likely to stay.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there are still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with high churn even at good credit scores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indicates that churn is influenced by other factors (e.g., product engagement, service quality) beyond just credit score.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E3CFBC7A-638E-FA85-DA41-B43A12061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04" y="2064503"/>
            <a:ext cx="4624473" cy="372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45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A5A05-7EDD-24A2-DA74-4AA83623D7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91B232-7F3A-2D8D-57D2-5A15625E8C95}"/>
              </a:ext>
            </a:extLst>
          </p:cNvPr>
          <p:cNvSpPr txBox="1"/>
          <p:nvPr/>
        </p:nvSpPr>
        <p:spPr>
          <a:xfrm>
            <a:off x="0" y="308094"/>
            <a:ext cx="12192000" cy="7694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Algerian" panose="04020705040A02060702" pitchFamily="82" charset="0"/>
              </a:rPr>
              <a:t>Total Customers vs. Credit Card Holders</a:t>
            </a:r>
            <a:endParaRPr lang="en-IN" sz="44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2133B-151F-C263-D96F-B03F26D0F169}"/>
              </a:ext>
            </a:extLst>
          </p:cNvPr>
          <p:cNvSpPr txBox="1"/>
          <p:nvPr/>
        </p:nvSpPr>
        <p:spPr>
          <a:xfrm>
            <a:off x="231139" y="1813331"/>
            <a:ext cx="5539741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sz="2000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17K total customers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41% (7K)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 a credit card, while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59% (10K)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not.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opportunity for cross-selling credit cards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nearly 60% of the customer base.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holders are generally more engaged and contribute to higher revenue through transaction fees and loyalty benefits.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lower adoption could signal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awareness, stringent eligibility, or low perceived benefits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holding a credit card.</a:t>
            </a:r>
          </a:p>
        </p:txBody>
      </p:sp>
      <p:pic>
        <p:nvPicPr>
          <p:cNvPr id="5" name="Picture 4" descr="A pie chart with text&#10;&#10;AI-generated content may be incorrect.">
            <a:extLst>
              <a:ext uri="{FF2B5EF4-FFF2-40B4-BE49-F238E27FC236}">
                <a16:creationId xmlns:a16="http://schemas.microsoft.com/office/drawing/2014/main" id="{992062ED-02BE-182B-DB86-CCA3C3ED4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872" y="1950931"/>
            <a:ext cx="4889135" cy="396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68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B3203C-4F14-8340-6A2C-DEFD754B68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FEAFEC-2366-D98B-3541-86E6EDAEEEFA}"/>
              </a:ext>
            </a:extLst>
          </p:cNvPr>
          <p:cNvSpPr txBox="1"/>
          <p:nvPr/>
        </p:nvSpPr>
        <p:spPr>
          <a:xfrm>
            <a:off x="0" y="236974"/>
            <a:ext cx="121920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tx2"/>
                </a:solidFill>
                <a:latin typeface="Algerian" panose="04020705040A02060702" pitchFamily="82" charset="0"/>
              </a:rPr>
              <a:t>Customer Distribution and Exit Rate by Gender &amp; Age Group</a:t>
            </a:r>
            <a:endParaRPr lang="en-US" sz="4000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B9D92-331D-1BC5-8058-4D7F6E31DAAA}"/>
              </a:ext>
            </a:extLst>
          </p:cNvPr>
          <p:cNvSpPr txBox="1"/>
          <p:nvPr/>
        </p:nvSpPr>
        <p:spPr>
          <a:xfrm>
            <a:off x="5720080" y="1995130"/>
            <a:ext cx="62484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sz="2000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30–50 age group dominates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highest number of customers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3.1K females and 3.8K males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Younger customers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18–30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older customers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form a much smaller base (~0.7K–0.9K each).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rates appear to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 the 30–50 group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despite it being the largest customer base.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while mid-age customers are the bank’s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segment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also represent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churn risk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more males (3.8K vs. 3.1K in 30–50 group)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exit behavior seems concerning across both genders in that segment.</a:t>
            </a:r>
          </a:p>
        </p:txBody>
      </p:sp>
      <p:pic>
        <p:nvPicPr>
          <p:cNvPr id="3" name="Picture 2" descr="A graph with text and numbers">
            <a:extLst>
              <a:ext uri="{FF2B5EF4-FFF2-40B4-BE49-F238E27FC236}">
                <a16:creationId xmlns:a16="http://schemas.microsoft.com/office/drawing/2014/main" id="{4AADF861-5B8D-7FE2-9C34-8E1956DB6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60" y="2122111"/>
            <a:ext cx="4706633" cy="397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44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4DEBDD-106E-4718-1DD9-2EBECC1A34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FF1309-2044-1BC5-C4BF-A29AC9E5B6C9}"/>
              </a:ext>
            </a:extLst>
          </p:cNvPr>
          <p:cNvSpPr txBox="1"/>
          <p:nvPr/>
        </p:nvSpPr>
        <p:spPr>
          <a:xfrm>
            <a:off x="0" y="277614"/>
            <a:ext cx="121920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Algerian" panose="04020705040A02060702" pitchFamily="82" charset="0"/>
              </a:rPr>
              <a:t>Customer Distribution and Exit Rate by Credit Type</a:t>
            </a:r>
            <a:endParaRPr lang="en-IN" sz="40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E515D-ED4D-D76B-43CA-21A7BAFBB691}"/>
              </a:ext>
            </a:extLst>
          </p:cNvPr>
          <p:cNvSpPr txBox="1"/>
          <p:nvPr/>
        </p:nvSpPr>
        <p:spPr>
          <a:xfrm>
            <a:off x="381000" y="1878667"/>
            <a:ext cx="617728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sz="2000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customer group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falls under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credit type (3.3K)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(2.4K)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(2.4K)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Surprisingly,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Good (1.2K)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(0.7K)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credit type groups are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segments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rate trends suggest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customers with stronger credit profiles (Good, Very Good, Excellent)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immune to churn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churn is influenced by more than just creditworthiness.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higher exit rates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and Poor credit type customers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indicate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stress or dissatisfaction with product offerings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58EB9867-6D91-46FC-6661-574531D34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875" y="2295384"/>
            <a:ext cx="4562407" cy="373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44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359B44-F1FD-7146-1A60-237BBFAEC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30A53-0CB1-89C0-F957-6576D14E267E}"/>
              </a:ext>
            </a:extLst>
          </p:cNvPr>
          <p:cNvSpPr txBox="1"/>
          <p:nvPr/>
        </p:nvSpPr>
        <p:spPr>
          <a:xfrm>
            <a:off x="0" y="282694"/>
            <a:ext cx="121920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Algerian" panose="04020705040A02060702" pitchFamily="82" charset="0"/>
              </a:rPr>
              <a:t>Customer Distribution and Exit Rate by Geography</a:t>
            </a:r>
            <a:endParaRPr lang="en-IN" sz="40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48BDB-AAC8-D080-E64F-0ED9C4FEDA78}"/>
              </a:ext>
            </a:extLst>
          </p:cNvPr>
          <p:cNvSpPr txBox="1"/>
          <p:nvPr/>
        </p:nvSpPr>
        <p:spPr>
          <a:xfrm>
            <a:off x="6340659" y="1718131"/>
            <a:ext cx="5851341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sz="2000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France</a:t>
            </a:r>
            <a:r>
              <a:rPr lang="en-US" dirty="0"/>
              <a:t> has the </a:t>
            </a:r>
            <a:r>
              <a:rPr lang="en-US" b="1" dirty="0"/>
              <a:t>largest customer base (5K)</a:t>
            </a:r>
            <a:r>
              <a:rPr lang="en-US" dirty="0"/>
              <a:t>, but also contributes significantly to churn, indicating potential dissatisfaction despite scale.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Germany and Spain</a:t>
            </a:r>
            <a:r>
              <a:rPr lang="en-US" dirty="0"/>
              <a:t> have a smaller base (</a:t>
            </a:r>
            <a:r>
              <a:rPr lang="en-US" b="1" dirty="0"/>
              <a:t>2.5K each</a:t>
            </a:r>
            <a:r>
              <a:rPr lang="en-US" dirty="0"/>
              <a:t>) but their </a:t>
            </a:r>
            <a:r>
              <a:rPr lang="en-US" b="1" dirty="0"/>
              <a:t>exit rates are proportionally higher</a:t>
            </a:r>
            <a:r>
              <a:rPr lang="en-US" dirty="0"/>
              <a:t> compared to France.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geographic trend highlights Germany as a key churn hotspot</a:t>
            </a:r>
            <a:r>
              <a:rPr lang="en-US" dirty="0"/>
              <a:t>, suggesting location-specific factors (e.g., product preferences, competition, or service quality) might be driving exits.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Spain, while having the same customer count as Germany, shows </a:t>
            </a:r>
            <a:r>
              <a:rPr lang="en-US" b="1" dirty="0"/>
              <a:t>relatively balanced churn</a:t>
            </a:r>
            <a:r>
              <a:rPr lang="en-US" dirty="0"/>
              <a:t>, indicating </a:t>
            </a:r>
            <a:r>
              <a:rPr lang="en-US" b="1" dirty="0"/>
              <a:t>better retention</a:t>
            </a:r>
            <a:r>
              <a:rPr lang="en-US" dirty="0"/>
              <a:t> compared to Germany.</a:t>
            </a:r>
          </a:p>
        </p:txBody>
      </p:sp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E42355BC-7419-1ACA-30F3-ED197D141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73" y="2421283"/>
            <a:ext cx="5731727" cy="310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13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305221-2CF9-0720-7EDD-BFC157767F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8FA805-C9C9-9DFE-EE13-0DB6BACAC4E6}"/>
              </a:ext>
            </a:extLst>
          </p:cNvPr>
          <p:cNvSpPr txBox="1"/>
          <p:nvPr/>
        </p:nvSpPr>
        <p:spPr>
          <a:xfrm>
            <a:off x="-2" y="155694"/>
            <a:ext cx="12192001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tx2"/>
                </a:solidFill>
                <a:latin typeface="Algerian" panose="04020705040A02060702" pitchFamily="82" charset="0"/>
              </a:rPr>
              <a:t>Active Customers and Churn Rate by Geography</a:t>
            </a:r>
            <a:endParaRPr lang="en-US" sz="4000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E23EE-157A-CD42-A2A0-EEB2817FD00B}"/>
              </a:ext>
            </a:extLst>
          </p:cNvPr>
          <p:cNvSpPr txBox="1"/>
          <p:nvPr/>
        </p:nvSpPr>
        <p:spPr>
          <a:xfrm>
            <a:off x="294640" y="1965800"/>
            <a:ext cx="65024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lgerian" panose="04020705040A02060702" pitchFamily="82" charset="0"/>
              </a:rPr>
              <a:t>Insights:</a:t>
            </a:r>
          </a:p>
          <a:p>
            <a:pPr>
              <a:buNone/>
            </a:pPr>
            <a:endParaRPr lang="en-US" sz="2000" b="1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France</a:t>
            </a:r>
            <a:r>
              <a:rPr lang="en-US" dirty="0"/>
              <a:t> has the highest number of active customers (</a:t>
            </a:r>
            <a:r>
              <a:rPr lang="en-US" b="1" dirty="0"/>
              <a:t>2.6K</a:t>
            </a:r>
            <a:r>
              <a:rPr lang="en-US" dirty="0"/>
              <a:t>), with a </a:t>
            </a:r>
            <a:r>
              <a:rPr lang="en-US" b="1" dirty="0"/>
              <a:t>moderate churn rate (16%)</a:t>
            </a:r>
            <a:r>
              <a:rPr lang="en-US" dirty="0"/>
              <a:t> → retention efforts are relatively effective.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Spain</a:t>
            </a:r>
            <a:r>
              <a:rPr lang="en-US" dirty="0"/>
              <a:t> shows fewer active customers (</a:t>
            </a:r>
            <a:r>
              <a:rPr lang="en-US" b="1" dirty="0"/>
              <a:t>1.3K</a:t>
            </a:r>
            <a:r>
              <a:rPr lang="en-US" dirty="0"/>
              <a:t>) but a slightly </a:t>
            </a:r>
            <a:r>
              <a:rPr lang="en-US" b="1" dirty="0"/>
              <a:t>higher churn rate (17%)</a:t>
            </a:r>
            <a:r>
              <a:rPr lang="en-US" dirty="0"/>
              <a:t>, suggesting retention challenges despite a smaller base.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Germany</a:t>
            </a:r>
            <a:r>
              <a:rPr lang="en-US" dirty="0"/>
              <a:t> stands out with the </a:t>
            </a:r>
            <a:r>
              <a:rPr lang="en-US" b="1" dirty="0"/>
              <a:t>lowest active customers (1.2K)</a:t>
            </a:r>
            <a:r>
              <a:rPr lang="en-US" dirty="0"/>
              <a:t> but the </a:t>
            </a:r>
            <a:r>
              <a:rPr lang="en-US" b="1" dirty="0"/>
              <a:t>highest churn rate (32%)</a:t>
            </a:r>
            <a:r>
              <a:rPr lang="en-US" dirty="0"/>
              <a:t>, indicating a severe churn issue.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</a:t>
            </a:r>
            <a:r>
              <a:rPr lang="en-US" b="1" dirty="0"/>
              <a:t>Germany is the most critical region to address</a:t>
            </a:r>
            <a:r>
              <a:rPr lang="en-US" dirty="0"/>
              <a:t>, while </a:t>
            </a:r>
            <a:r>
              <a:rPr lang="en-US" b="1" dirty="0"/>
              <a:t>France remains the strongest market</a:t>
            </a:r>
            <a:r>
              <a:rPr lang="en-US" dirty="0"/>
              <a:t> in terms of customer activity and retention.</a:t>
            </a:r>
          </a:p>
        </p:txBody>
      </p:sp>
      <p:pic>
        <p:nvPicPr>
          <p:cNvPr id="3" name="Picture 2" descr="A graph with blue squares and a yellow line&#10;&#10;AI-generated content may be incorrect.">
            <a:extLst>
              <a:ext uri="{FF2B5EF4-FFF2-40B4-BE49-F238E27FC236}">
                <a16:creationId xmlns:a16="http://schemas.microsoft.com/office/drawing/2014/main" id="{19DBF963-0383-A275-8E9B-5FDD43800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086" y="2671846"/>
            <a:ext cx="5348868" cy="29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550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E0FBF5-EBB1-77B1-423F-4C8556866F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CE15D2-243A-2600-BD7D-2657F506DEB1}"/>
              </a:ext>
            </a:extLst>
          </p:cNvPr>
          <p:cNvSpPr txBox="1"/>
          <p:nvPr/>
        </p:nvSpPr>
        <p:spPr>
          <a:xfrm>
            <a:off x="0" y="50494"/>
            <a:ext cx="12192000" cy="7694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Algerian" panose="04020705040A02060702" pitchFamily="82" charset="0"/>
              </a:rPr>
              <a:t>DASHBOARD</a:t>
            </a:r>
            <a:endParaRPr lang="en-IN" sz="4400" b="1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18D867C6-B6DB-FC4E-800F-A33D83587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17" y="870430"/>
            <a:ext cx="11876049" cy="582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81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B69745-BD2D-EEB8-ADB5-4587C9E4CD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C7F45A56-DCA6-92D1-5800-C81070120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141514"/>
            <a:ext cx="11817812" cy="652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19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5F132A-99A5-2AB8-57A4-50D222F167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pic>
        <p:nvPicPr>
          <p:cNvPr id="5" name="Picture 4" descr="A screenshot of a graph">
            <a:extLst>
              <a:ext uri="{FF2B5EF4-FFF2-40B4-BE49-F238E27FC236}">
                <a16:creationId xmlns:a16="http://schemas.microsoft.com/office/drawing/2014/main" id="{ACF6D272-D618-A1EE-F6EF-359C7DD16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17" y="239487"/>
            <a:ext cx="11698426" cy="645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53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F6B3A6-2A8A-7797-C60B-9ED384E01F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885944-8FDC-AF86-FF66-6A6A7571D379}"/>
              </a:ext>
            </a:extLst>
          </p:cNvPr>
          <p:cNvSpPr txBox="1"/>
          <p:nvPr/>
        </p:nvSpPr>
        <p:spPr>
          <a:xfrm>
            <a:off x="0" y="1739265"/>
            <a:ext cx="12192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 Distribution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 customers were significantly fewer than active customers, making it challenging to build balanced predictive models.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&amp; Missing Values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customer details (e.g., income, spending behavior) restricted deeper insights and required additional preprocessing.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Complexity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influencing factors (tenure, credit score, geography, age, etc.) made it difficult to isolate the strongest churn drivers.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Variations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varied widely by geography (France, Spain, Germany), requiring tailored analysis instead of a one-size-fits-all approach.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Behavioral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Transaction-level or product usage data was not fully available, restricting analysis to demographics and high-level attributes.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A8111-401B-C754-0D9B-F0AEE132FADB}"/>
              </a:ext>
            </a:extLst>
          </p:cNvPr>
          <p:cNvSpPr txBox="1"/>
          <p:nvPr/>
        </p:nvSpPr>
        <p:spPr>
          <a:xfrm>
            <a:off x="0" y="384720"/>
            <a:ext cx="12192000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CHALLENGES FACED</a:t>
            </a:r>
            <a:endParaRPr lang="en-IN" sz="54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758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9650BA-0CE3-5FD9-4AED-392C4C1A4C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FBEA306-9CAE-5480-DA90-2810382C4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59" y="1681368"/>
            <a:ext cx="1099123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High-Risk Segments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Churn is highest among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females aged 50+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German customers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requiring targeted retention plans.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Loyal Segments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Young customers (18–30)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those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mid-range credit scores (670–739)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 stronger loyalty and lower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France remains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largest and most stable market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high customer volume and lowest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Holding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Majority of customers hold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one product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yet contribute significantly to balances, highlighting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cross-sell/upsell opportunities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Credit Card Ownership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Non-credit card holders (~29%)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present strong potential for financial product adoption.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Income Factor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is not a strong predictor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churn, balance, or credit score, making other behavioral indicators more reliable.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A0637-8AAC-4531-28EC-DBE89D11970B}"/>
              </a:ext>
            </a:extLst>
          </p:cNvPr>
          <p:cNvSpPr txBox="1"/>
          <p:nvPr/>
        </p:nvSpPr>
        <p:spPr>
          <a:xfrm>
            <a:off x="0" y="390690"/>
            <a:ext cx="121920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CONCLUSION</a:t>
            </a:r>
            <a:endParaRPr lang="en-IN" sz="60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591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3876A-55A7-786E-2FBB-1E4B12096E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7B1771-1E55-8D34-A288-72A4C921B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040" y="1790621"/>
            <a:ext cx="1012007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High-Risk Segments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retention programs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females 50+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German customers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as they show the highest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Boost Engagement through Cross-Sell/Upsell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upselling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single-product holders.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credit card adoption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non-card users (~29%) to increase stickiness.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Loyalty Programs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30–50 male segment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(large, stable group) with reward-based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and incentivize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mid-credit score customers (670–739)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their low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 Targeting Strategy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 salary-based segmentation since salary shows minimal link to churn, balance, or credit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Geographic Strategy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Prioritize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France and Spain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growth/expansion, given their high customer bases and lower churn rates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20BD1D-BF85-8C3F-79C0-C72EFDFFF35F}"/>
              </a:ext>
            </a:extLst>
          </p:cNvPr>
          <p:cNvSpPr txBox="1"/>
          <p:nvPr/>
        </p:nvSpPr>
        <p:spPr>
          <a:xfrm>
            <a:off x="680720" y="345440"/>
            <a:ext cx="1011936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RECOMMENDATIONS</a:t>
            </a:r>
            <a:endParaRPr lang="en-IN" sz="60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495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0E73-F896-62AC-E775-BD1F7BC6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55B1D3-EF3F-4467-08F5-8E5BBC35AD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A33A0E-3D8E-7B84-81D0-FDE1CE8B0D34}"/>
              </a:ext>
            </a:extLst>
          </p:cNvPr>
          <p:cNvSpPr txBox="1"/>
          <p:nvPr/>
        </p:nvSpPr>
        <p:spPr>
          <a:xfrm>
            <a:off x="898434" y="2389723"/>
            <a:ext cx="1011936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THANK YOU...</a:t>
            </a:r>
            <a:endParaRPr lang="en-IN" sz="60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909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1513</Words>
  <Application>Microsoft Office PowerPoint</Application>
  <PresentationFormat>Widescreen</PresentationFormat>
  <Paragraphs>158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Algerian</vt:lpstr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Guria Gupta</dc:creator>
  <cp:lastModifiedBy>PRANAY SANYAL</cp:lastModifiedBy>
  <cp:revision>4</cp:revision>
  <dcterms:created xsi:type="dcterms:W3CDTF">2025-08-19T10:24:52Z</dcterms:created>
  <dcterms:modified xsi:type="dcterms:W3CDTF">2025-11-03T16:00:57Z</dcterms:modified>
</cp:coreProperties>
</file>